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72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Nested if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274701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Sanskruti Bangar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274701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CS1/C11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274701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202501040003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3709"/>
            <a:ext cx="6707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Nested if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3214"/>
            <a:ext cx="403860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an if Statement?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186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if statement is a conditional statement that executes code only when a specific condition is True. It allows your program to make decisions based on different conditions.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846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Nested if?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4500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nested if is an if statement inside another if statement. This means we can check multiple conditions in a hierarchy, where the inner condition is only checked if the outer condition is True.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Syntax of Nested if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20478"/>
            <a:ext cx="13042821" cy="3969067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1920478"/>
            <a:ext cx="13065443" cy="3969067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09293" y="2090499"/>
            <a:ext cx="12611814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condition1:
    # Code block for condition1
    if condition2:
        # Code block for condition2
        # Executes only if both conditions are True
    else:
        # Code block when condition2 is False
else:
    # Code block when condition1 is False
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6144697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88787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642818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Proper indentation is crucial in Python. The inner if statement must be indented inside the outer if block.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593" y="824627"/>
            <a:ext cx="5401985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Grade Checker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3593" y="1442204"/>
            <a:ext cx="2692003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Code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3593" y="1991558"/>
            <a:ext cx="12383214" cy="3610808"/>
          </a:xfrm>
          <a:prstGeom prst="roundRect">
            <a:avLst>
              <a:gd name="adj" fmla="val 208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114663" y="1991558"/>
            <a:ext cx="12401074" cy="3610808"/>
          </a:xfrm>
          <a:prstGeom prst="roundRect">
            <a:avLst>
              <a:gd name="adj" fmla="val 74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294090" y="2126099"/>
            <a:ext cx="12042219" cy="334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85
if marks &gt;= 50:
    print("You passed!")
    if marks &gt;= 80:
        print("Grade: A")
    elif marks &gt;= 60:
        print("Grade: B")
    else:
        print("Grade: C")
else:
    print("You failed!")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593" y="5815251"/>
            <a:ext cx="2692003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23593" y="6364605"/>
            <a:ext cx="12383214" cy="1040249"/>
          </a:xfrm>
          <a:prstGeom prst="roundRect">
            <a:avLst>
              <a:gd name="adj" fmla="val 7246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1114663" y="6364605"/>
            <a:ext cx="12401074" cy="1040249"/>
          </a:xfrm>
          <a:prstGeom prst="roundRect">
            <a:avLst>
              <a:gd name="adj" fmla="val 258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294090" y="6499146"/>
            <a:ext cx="12042219" cy="77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You passed!
Grade: A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0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92711"/>
            <a:ext cx="6407944" cy="2206585"/>
          </a:xfrm>
          <a:prstGeom prst="roundRect">
            <a:avLst>
              <a:gd name="adj" fmla="val 43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17563"/>
            <a:ext cx="593907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if allows checking multiple conditions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condition checks only if outer is True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indentation is mandatory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592711"/>
            <a:ext cx="6408063" cy="2206585"/>
          </a:xfrm>
          <a:prstGeom prst="roundRect">
            <a:avLst>
              <a:gd name="adj" fmla="val 43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82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317563"/>
            <a:ext cx="593919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complex decision-making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in creating hierarchical conditions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for real-world programming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2026-03-17T10:20:53Z</dcterms:created>
  <dcterms:modified xsi:type="dcterms:W3CDTF">2026-03-17T10:20:53Z</dcterms:modified>
</cp:coreProperties>
</file>